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Numba JIT + FlatNumba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6692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From Python to native speed — ~1400× more state visits per second, without leaving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86968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402336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ambria"/>
              </a:rPr>
              <a:t>Numba JIT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@njit compiles Python → native via LLVM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Decorator on the four MCTS hot loops — select · expand · simulate · backprop.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@njit(cache=True) persists compiled bytecode across runs; explicit warmup() pays the JIT cost up front.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All operations on primitive types (int / float / numpy arrays) — no Python object access inside the kernel.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Chosen over Cython / C extensions: same ~95% of the speed-up, zero extra build chain.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005840"/>
            <a:ext cx="402336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mbria"/>
              </a:rPr>
              <a:t>FlatNumba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Whole tree as pre-allocated NumPy arrays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Nodes are integer indices into fixed-size arrays (visits · value · parent · children · status).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Memory layout is contiguous → cache-friendly; no GC pressure, no Python object dispatch.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Tree reuse: BFS compaction re-indexes the surviving subtree to slots 0..k−1 between turns.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Visit budget compounds — each turn inherits ≈12% of the previous turn's search effort.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46120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Python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8999" y="3246120"/>
            <a:ext cx="1321501" cy="201168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6221" y="3246120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9 k /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02152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502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Objects + JIT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8999" y="3502152"/>
            <a:ext cx="157037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5092" y="3502152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50 k /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758183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758183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Arrays + JIT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999" y="3758183"/>
            <a:ext cx="1755474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0194" y="3758183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179 k /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14215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(effective)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014215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Arrays + JIT + reuse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8999" y="4014215"/>
            <a:ext cx="2377440" cy="20116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59" y="4014215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13 M /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306824"/>
            <a:ext cx="62636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log scale  ·  state visits per second of wall-clock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78040" y="3246120"/>
            <a:ext cx="1508760" cy="10972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3291840"/>
            <a:ext cx="15087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F4A341"/>
                </a:solidFill>
                <a:latin typeface="Calibri"/>
              </a:rPr>
              <a:t>SPEEDUP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520440"/>
            <a:ext cx="15087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mbria"/>
              </a:rPr>
              <a:t>≈ 1400×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4069080"/>
            <a:ext cx="15087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0" i="1">
                <a:solidFill>
                  <a:srgbClr val="5AA4B8"/>
                </a:solidFill>
                <a:latin typeface="Calibri"/>
              </a:rPr>
              <a:t>vs pure Python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26280"/>
            <a:ext cx="5212080" cy="4572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526280"/>
            <a:ext cx="9144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562856"/>
            <a:ext cx="49377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21295C"/>
                </a:solidFill>
                <a:latin typeface="Calibri"/>
              </a:rPr>
              <a:t>Raw kernel  vs  effective throughput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754880"/>
            <a:ext cx="49377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334455"/>
                </a:solidFill>
                <a:latin typeface="Calibri"/>
              </a:rPr>
              <a:t>Kernel sustains ~168 k iter/s alone; the 13 M figure counts inherited visits leveraged via tree reuse.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4526280"/>
            <a:ext cx="2926080" cy="4572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60720" y="4526280"/>
            <a:ext cx="9144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0" y="4562856"/>
            <a:ext cx="26974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21295C"/>
                </a:solidFill>
                <a:latin typeface="Calibri"/>
              </a:rPr>
              <a:t>Practical impact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754880"/>
            <a:ext cx="26974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334455"/>
                </a:solidFill>
                <a:latin typeface="Calibri"/>
              </a:rPr>
              <a:t>Competitive moves in ~50 ms  ·  real-time GUI play.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